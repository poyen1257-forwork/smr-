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b734f246a34cc4" /><Relationship Type="http://schemas.openxmlformats.org/officeDocument/2006/relationships/extended-properties" Target="/docProps/app.xml" Id="Reb8120ba66964ebe" /><Relationship Type="http://schemas.openxmlformats.org/officeDocument/2006/relationships/officeDocument" Target="/ppt/presentation.xml" Id="Rac86d3bf001447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e2c1edd9cd4272"/>
  </p:sldMasterIdLst>
  <p:notesMasterIdLst>
    <p:notesMasterId xmlns:r="http://schemas.openxmlformats.org/officeDocument/2006/relationships" r:id="R89e407e0a85e4faa"/>
  </p:notesMasterIdLst>
  <p:sldIdLst>
    <p:sldId xmlns:r="http://schemas.openxmlformats.org/officeDocument/2006/relationships" id="256" r:id="Ra942859af48747f6"/>
    <p:sldId xmlns:r="http://schemas.openxmlformats.org/officeDocument/2006/relationships" id="257" r:id="Rc5bad33f98d94a3b"/>
    <p:sldId xmlns:r="http://schemas.openxmlformats.org/officeDocument/2006/relationships" id="258" r:id="R6c0c1c8210a64a0a"/>
  </p:sldIdLst>
  <p:sldSz cx="1143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6820acbb1d490b" /><Relationship Type="http://schemas.openxmlformats.org/officeDocument/2006/relationships/slideMaster" Target="/ppt/slideMasters/slideMaster1.xml" Id="Rd4e2c1edd9cd4272" /><Relationship Type="http://schemas.openxmlformats.org/officeDocument/2006/relationships/notesMaster" Target="/ppt/notesMasters/notesMaster1.xml" Id="R89e407e0a85e4faa" /><Relationship Type="http://schemas.openxmlformats.org/officeDocument/2006/relationships/presProps" Target="/ppt/presProps.xml" Id="R60c4a15f173b4d4b" /><Relationship Type="http://schemas.openxmlformats.org/officeDocument/2006/relationships/tableStyles" Target="/ppt/tableStyles.xml" Id="R0c473029b86c4d02" /><Relationship Type="http://schemas.openxmlformats.org/officeDocument/2006/relationships/slide" Target="/ppt/slides/slide1.xml" Id="Ra942859af48747f6" /><Relationship Type="http://schemas.openxmlformats.org/officeDocument/2006/relationships/slide" Target="/ppt/slides/slide2.xml" Id="Rc5bad33f98d94a3b" /><Relationship Type="http://schemas.openxmlformats.org/officeDocument/2006/relationships/slide" Target="/ppt/slides/slide3.xml" Id="R6c0c1c8210a64a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1a150efb3544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ba69031e094828" /><Relationship Type="http://schemas.openxmlformats.org/officeDocument/2006/relationships/notesMaster" Target="/ppt/notesMasters/notesMaster1.xml" Id="Rec8b6177110349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07945da4fc4865" /><Relationship Type="http://schemas.openxmlformats.org/officeDocument/2006/relationships/notesMaster" Target="/ppt/notesMasters/notesMaster1.xml" Id="R8c7b2c36e4354e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a84669a6104faa" /><Relationship Type="http://schemas.openxmlformats.org/officeDocument/2006/relationships/notesMaster" Target="/ppt/notesMasters/notesMaster1.xml" Id="Rdd4f2f9c34e441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ESP32_WCMCU230_CAN_TEST.ino. Hardware photo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python/xsens2esp32.py. Network-and-controller illustration generated for this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python/control_system.py. Operator-and-sensor-computer illustration generated for this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03dd4f4a204e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b0a00618944f87" /><Relationship Type="http://schemas.openxmlformats.org/officeDocument/2006/relationships/slideLayout" Target="/ppt/slideLayouts/slideLayout1.xml" Id="R00aa4c2dcc2642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aa4c2dcc2642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caa880819456d" /><Relationship Type="http://schemas.openxmlformats.org/officeDocument/2006/relationships/image" Target="/ppt/media/image.jpeg" Id="R4907fca51d91437f" /><Relationship Type="http://schemas.openxmlformats.org/officeDocument/2006/relationships/notesSlide" Target="/ppt/notesSlides/notesSlide1.xml" Id="R5ac76e7b6c2646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34f77e0d349dd" /><Relationship Type="http://schemas.openxmlformats.org/officeDocument/2006/relationships/image" Target="/ppt/media/image.png" Id="R0baf9a3de90942af" /><Relationship Type="http://schemas.openxmlformats.org/officeDocument/2006/relationships/notesSlide" Target="/ppt/notesSlides/notesSlide2.xml" Id="R95ddbc47fa1244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3aad25dc146b3" /><Relationship Type="http://schemas.openxmlformats.org/officeDocument/2006/relationships/image" Target="/ppt/media/image2.png" Id="Rf0362feb051e43b3" /><Relationship Type="http://schemas.openxmlformats.org/officeDocument/2006/relationships/notesSlide" Target="/ppt/notesSlides/notesSlide3.xml" Id="R9cc6e8179dd340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0DAA3C-532E-414C-8F45-1711B55B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42875"/>
            <a:ext cx="742950" cy="742950"/>
          </a:xfrm>
          <a:prstGeom xmlns:a="http://schemas.openxmlformats.org/drawingml/2006/main" prst="roundRect">
            <a:avLst>
              <a:gd name="adj" fmla="val 48718"/>
            </a:avLst>
          </a:prstGeom>
          <a:solidFill xmlns:a="http://schemas.openxmlformats.org/drawingml/2006/main">
            <a:srgbClr val="214F52"/>
          </a:solidFill>
          <a:ln xmlns:a="http://schemas.openxmlformats.org/drawingml/2006/main" w="11906">
            <a:solidFill>
              <a:srgbClr val="214F5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DE012-F332-4794-B424-8D18358E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7630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7AA"/>
          </a:solidFill>
          <a:ln xmlns:a="http://schemas.openxmlformats.org/drawingml/2006/main" w="11906">
            <a:solidFill>
              <a:srgbClr val="8BA7A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8152D-ABC5-4B1E-8DC3-172C178B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908"/>
          </a:bodyPr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SMR系統-ESP32 CAN 馬達控制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D9710-ED54-48C4-B2C2-A2F92720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0287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0714"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3334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3349B"/>
                </a:solidFill>
                <a:latin typeface="Microsoft JhengHei"/>
                <a:ea typeface="Microsoft JhengHei"/>
                <a:cs typeface="Microsoft JhengHei"/>
              </a:rPr>
              <a:t>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B4169-51FC-4BDE-8816-1747BF75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28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34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3349B"/>
                </a:solidFill>
                <a:latin typeface="Microsoft JhengHei"/>
                <a:ea typeface="Microsoft JhengHei"/>
                <a:cs typeface="Microsoft JhengHei"/>
              </a:rPr>
              <a:t>ESP32 韌體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3B7E3-A0B1-4BD1-AAEE-58A28113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3906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0714"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1B713-B36B-4333-BBA5-A5375462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390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xsens2esp32.py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0990C-8DFE-4D51-804B-7872C6EE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0714"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F078EE-78B7-461A-B3A4-79EC9084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52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control_system.py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4F9FAB-BFDD-4062-AD33-DBDD7FF1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5775"/>
            <a:ext cx="11430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F52"/>
          </a:solidFill>
          <a:ln xmlns:a="http://schemas.openxmlformats.org/drawingml/2006/main" w="11906">
            <a:solidFill>
              <a:srgbClr val="214F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CD78F7-6596-492E-B9F5-BBF4092B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8001000"/>
            <a:ext cx="38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6AA"/>
          </a:solidFill>
          <a:ln xmlns:a="http://schemas.openxmlformats.org/drawingml/2006/main" w="11906">
            <a:solidFill>
              <a:srgbClr val="5AA6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8D199-7B01-43A2-A804-EF950772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162925"/>
            <a:ext cx="1190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86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SMR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237B5E-1A61-4A31-A1E2-D62AFE47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8181975"/>
            <a:ext cx="3476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1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Precision Machinery Research &amp; Development Center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865D6B-F732-43EC-AEBF-26350C43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000125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51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程式責任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2F524-8F04-494A-99B4-5023FD28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428750"/>
            <a:ext cx="342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19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USB Serial 指令轉為 1 Mbps CAN frame，控制 MF4015v2 馬達。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57E2DF-19DB-4FD8-9CDB-C4467D9D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478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968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主要函式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A2C96F-256E-467E-AFEC-E77E1E62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start_can()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CD66A9-7536-485B-B459-A6A5304A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765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1937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6950C3-E157-416A-923C-3EA534C7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765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檢查 D6/D7，啟動 TWAI CAN。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E5FC0B-8A9F-427F-A277-808F4052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715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handle_command()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3647C9-A004-4D3D-934F-0E008FF1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575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1937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7B9018-196C-4636-A160-06826868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575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解析 r、m、n、s 指令。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E24F4E-5103-4DCA-A219-9CA21059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can_exchange()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1B0076-74A2-4E50-91ED-C9FE9185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385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1937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4C172A-077C-4C5C-AFDB-32D300D8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385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送出 CAN，等待 ACK 與回覆。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1800E1-17CC-420E-A322-CF5D96AE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move_motor_relative()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8761E4-835A-42A7-8A28-BF5E49E9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6195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1937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E5A1B3-10CD-4CDC-8BC2-303E91C6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195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累積目標角度並送出 0xA4。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851171-6A7C-4D5F-BFB6-D726AC83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310515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F2830"/>
          </a:solidFill>
          <a:ln xmlns:a="http://schemas.openxmlformats.org/drawingml/2006/main" w="11906">
            <a:solidFill>
              <a:srgbClr val="1F283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A1051B-EF3A-49DE-984F-D0035B0D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Serial 指令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8FB3B7-CAEA-4F1C-BA5C-1A4C3C06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86100"/>
            <a:ext cx="2533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   讀取馬達狀態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 &lt;dps&gt;   連續速度控制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 &lt;deg&gt; &lt;dps&gt;   相對位置控制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   軟性停止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540247-C538-4274-9DAD-AC96FE07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115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資料與控制流程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0F9862-11F8-4975-96DA-444B9133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14F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14F52"/>
                </a:solidFill>
                <a:latin typeface="Microsoft JhengHei"/>
                <a:ea typeface="Microsoft JhengHei"/>
                <a:cs typeface="Microsoft JhengHei"/>
              </a:rPr>
              <a:t>Serial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B11A8B-B627-409A-BD2B-0BA7D131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2959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14F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14F52"/>
                </a:solidFill>
                <a:latin typeface="Microsoft JhengHei"/>
                <a:ea typeface="Microsoft JhengHei"/>
                <a:cs typeface="Microsoft JhengHei"/>
              </a:rPr>
              <a:t>指令解析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D45506-273A-449A-ABB2-D1F70603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959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14F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14F52"/>
                </a:solidFill>
                <a:latin typeface="Microsoft JhengHei"/>
                <a:ea typeface="Microsoft JhengHei"/>
                <a:cs typeface="Microsoft JhengHei"/>
              </a:rPr>
              <a:t>TWAI CAN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1982B7-E3A9-4798-8B6D-4DEEB16E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2959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14F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14F52"/>
                </a:solidFill>
                <a:latin typeface="Microsoft JhengHei"/>
                <a:ea typeface="Microsoft JhengHei"/>
                <a:cs typeface="Microsoft JhengHei"/>
              </a:rPr>
              <a:t>MF4015v2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15801B-1D34-4AD9-95B3-57C38460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4827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A6AA"/>
          </a:solidFill>
          <a:ln xmlns:a="http://schemas.openxmlformats.org/drawingml/2006/main" w="9525">
            <a:solidFill>
              <a:srgbClr val="214F5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86357C-E451-4A55-AF4E-E8BC6C44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4827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A6AA"/>
          </a:solidFill>
          <a:ln xmlns:a="http://schemas.openxmlformats.org/drawingml/2006/main" w="9525">
            <a:solidFill>
              <a:srgbClr val="214F5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CE5F0-7A76-427B-B4BC-FA83CC07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24827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A6AA"/>
          </a:solidFill>
          <a:ln xmlns:a="http://schemas.openxmlformats.org/drawingml/2006/main" w="9525">
            <a:solidFill>
              <a:srgbClr val="214F5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C16A51-8CD0-4F54-A3E5-FD7A70C2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02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778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rPr>
              <a:t>D6/GPIO43 -&gt; CTX</a:t>
            </a:r>
          </a:p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rPr>
              <a:t>D7/GPIO44 &lt;- CRX</a:t>
            </a:r>
          </a:p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rPr>
              <a:t>CAN ID 0x141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6E700F-8CEB-4F4B-A6D6-B82C03E1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81025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8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rPr>
              <a:t>0x9A 讀狀態</a:t>
            </a:r>
          </a:p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rPr>
              <a:t>0xA2 速度控制</a:t>
            </a:r>
          </a:p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rPr>
              <a:t>0xA4 位置控制</a:t>
            </a:r>
          </a:p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rPr>
              <a:t>0x81 停止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7fca51d91437f"/>
          <a:srcRect xmlns:a="http://schemas.openxmlformats.org/drawingml/2006/main" l="15209" t="0" r="152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81950" y="1504950"/>
            <a:ext cx="2714625" cy="5200650"/>
          </a:xfrm>
          <a:prstGeom xmlns:a="http://schemas.openxmlformats.org/drawingml/2006/main" prst="roundRect">
            <a:avLst>
              <a:gd name="adj" fmla="val 4211"/>
            </a:avLst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45A741-8016-4C7C-BFBE-AFE7FF64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8103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F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14F52"/>
                </a:solidFill>
                <a:latin typeface="Microsoft JhengHei"/>
                <a:ea typeface="Microsoft JhengHei"/>
                <a:cs typeface="Microsoft JhengHei"/>
              </a:rPr>
              <a:t>XIAO ESP32-S3 + WCMCU230</a:t>
            </a:r>
          </a:p>
        </p:txBody>
      </p:sp>
    </p:spTree>
    <p:extLst>
      <p:ext uri="{BB962C8B-B14F-4D97-AF65-F5344CB8AC3E}">
        <p14:creationId xmlns:p14="http://schemas.microsoft.com/office/powerpoint/2010/main" val="2506582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DB5678-B4A1-46C9-BB01-9E85858E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42875"/>
            <a:ext cx="742950" cy="742950"/>
          </a:xfrm>
          <a:prstGeom xmlns:a="http://schemas.openxmlformats.org/drawingml/2006/main" prst="roundRect">
            <a:avLst>
              <a:gd name="adj" fmla="val 48718"/>
            </a:avLst>
          </a:prstGeom>
          <a:solidFill xmlns:a="http://schemas.openxmlformats.org/drawingml/2006/main">
            <a:srgbClr val="214F52"/>
          </a:solidFill>
          <a:ln xmlns:a="http://schemas.openxmlformats.org/drawingml/2006/main" w="11906">
            <a:solidFill>
              <a:srgbClr val="214F5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6F2D8-0900-481A-8FC4-787CFBE7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7630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7AA"/>
          </a:solidFill>
          <a:ln xmlns:a="http://schemas.openxmlformats.org/drawingml/2006/main" w="11906">
            <a:solidFill>
              <a:srgbClr val="8BA7A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1422B-380F-4C60-80EC-153F1FE2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SMR系統-xsens2esp32.py yaw 控制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88DD1-55EF-4469-AB4F-6C6C43CF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0287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0714"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D58F3-8D43-4539-8C28-B0BCA17D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28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ESP32 韌體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61DF7-68BE-41A1-9FCF-41B4A731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3906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0714"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3334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3349B"/>
                </a:solidFill>
                <a:latin typeface="Microsoft JhengHei"/>
                <a:ea typeface="Microsoft JhengHei"/>
                <a:cs typeface="Microsoft JhengHei"/>
              </a:rPr>
              <a:t>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55415-D5F4-4668-B0D6-3D868594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390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34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3349B"/>
                </a:solidFill>
                <a:latin typeface="Microsoft JhengHei"/>
                <a:ea typeface="Microsoft JhengHei"/>
                <a:cs typeface="Microsoft JhengHei"/>
              </a:rPr>
              <a:t>xsens2esp32.py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018EA-3404-4900-A4B1-335B4611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0714"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BE607-5848-4DCE-87CB-4F69B9AB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52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control_system.py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409F4E-CCB5-4727-9A81-B4BE8989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5775"/>
            <a:ext cx="11430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F52"/>
          </a:solidFill>
          <a:ln xmlns:a="http://schemas.openxmlformats.org/drawingml/2006/main" w="11906">
            <a:solidFill>
              <a:srgbClr val="214F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FECFE-3487-4805-B45E-17BF4843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8001000"/>
            <a:ext cx="38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6AA"/>
          </a:solidFill>
          <a:ln xmlns:a="http://schemas.openxmlformats.org/drawingml/2006/main" w="11906">
            <a:solidFill>
              <a:srgbClr val="5AA6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0378E-F997-4A19-9C41-E09BF3CE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162925"/>
            <a:ext cx="1190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86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SMR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ABA761-53F1-444D-A4D6-138BF0DE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8181975"/>
            <a:ext cx="3476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1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Precision Machinery Research &amp; Development Center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E1BBA0-E116-498F-8D03-622B2140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000125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51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程式責任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1032B8-EC8E-40AB-8EAB-A872B779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428750"/>
            <a:ext cx="531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091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接收 Xsens TCP JSON，計算 yaw 差值與速度，再將位置命令送至 ESP32。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DDAD20-BA47-4610-996A-A17A61E5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968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主要函式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02799C-D28A-41C3-95B2-CE0CDE31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read_yaw()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DFB914-0D4A-440D-9045-832314A3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431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1937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48D695-3DB2-45D0-8957-D36D0334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431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23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解析 JSON，取 yaw、時間戳。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3EEC84-5E2E-4430-A9F5-2FC0F694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24175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wrap_degrees()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88A79C-1FB1-4EF0-BDD5-B747E332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241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1937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2C3E01-5D2C-401A-903F-B9F4422C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241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21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限制差值為 -180 至 180 度。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71523D-9018-44B4-9330-3AB83632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05175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send_motor()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84B1E7-8BC4-4382-A86E-B1F7745E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051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1937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BC756D-A3CD-4074-A9EC-5E4AACCB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051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913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經 USB Serial 傳送 n 命令。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F34F2-E3FB-4B4E-B017-FDB1F859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86175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record_esp32_timing()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9AC87B-4210-40D9-A934-D2AB5823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6861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1937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0CA3AE-C3CF-4F75-9EE4-1DC70A79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861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08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記錄 ESP32 延遲至 CSV。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1603EA-2A8A-4403-BA8A-11A82B62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38100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F2830"/>
          </a:solidFill>
          <a:ln xmlns:a="http://schemas.openxmlformats.org/drawingml/2006/main" w="11906">
            <a:solidFill>
              <a:srgbClr val="1F283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82D101-1A92-45A3-BB27-54074851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9102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TCP JSON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7C2195-B35C-43A8-803C-0BA236A4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434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E2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AEE2C4"/>
                </a:solidFill>
                <a:latin typeface="Microsoft JhengHei"/>
                <a:ea typeface="Microsoft JhengHei"/>
                <a:cs typeface="Microsoft JhengHei"/>
              </a:rPr>
              <a:t>{"yaw":45.67, "imu_tx_ns":...}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75C4AF-45F3-4343-A727-2AF2E14D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1409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04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控制計算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174671-394B-4BBE-ACBE-CF58E1F9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3125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rPr>
              <a:t>delta = wrap_degrees(yaw - last_yaw)</a:t>
            </a:r>
          </a:p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rPr>
              <a:t>speed = clamp(|delta| / elapsed x gain, 10, 720)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75CE42-5457-42AF-9E25-4082C0F6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705600"/>
            <a:ext cx="404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4F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14F52"/>
                </a:solidFill>
                <a:latin typeface="Microsoft JhengHei"/>
                <a:ea typeface="Microsoft JhengHei"/>
                <a:cs typeface="Microsoft JhengHei"/>
              </a:rPr>
              <a:t>輸出：n &lt;相對角度&gt; &lt;最大速度&gt;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f9a3de90942af"/>
          <a:stretch xmlns:a="http://schemas.openxmlformats.org/drawingml/2006/main"/>
        </p:blipFill>
        <p:spPr>
          <a:xfrm xmlns:a="http://schemas.openxmlformats.org/drawingml/2006/main">
            <a:off x="5857875" y="2608659"/>
            <a:ext cx="4905375" cy="3679031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6CDE41-A33C-4946-A3C1-ABD512DD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629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4F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14F52"/>
                </a:solidFill>
                <a:latin typeface="Microsoft JhengHei"/>
                <a:ea typeface="Microsoft JhengHei"/>
                <a:cs typeface="Microsoft JhengHei"/>
              </a:rPr>
              <a:t>TCP JSON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33F2DA-6465-43CF-9E13-D9A0820F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629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4F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14F52"/>
                </a:solidFill>
                <a:latin typeface="Microsoft JhengHei"/>
                <a:ea typeface="Microsoft JhengHei"/>
                <a:cs typeface="Microsoft JhengHei"/>
              </a:rPr>
              <a:t>USB Serial</a:t>
            </a:r>
          </a:p>
        </p:txBody>
      </p:sp>
    </p:spTree>
    <p:extLst>
      <p:ext uri="{BB962C8B-B14F-4D97-AF65-F5344CB8AC3E}">
        <p14:creationId xmlns:p14="http://schemas.microsoft.com/office/powerpoint/2010/main" val="18050099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506315-66FA-4434-B9E7-779AFC85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42875"/>
            <a:ext cx="742950" cy="742950"/>
          </a:xfrm>
          <a:prstGeom xmlns:a="http://schemas.openxmlformats.org/drawingml/2006/main" prst="roundRect">
            <a:avLst>
              <a:gd name="adj" fmla="val 48718"/>
            </a:avLst>
          </a:prstGeom>
          <a:solidFill xmlns:a="http://schemas.openxmlformats.org/drawingml/2006/main">
            <a:srgbClr val="214F52"/>
          </a:solidFill>
          <a:ln xmlns:a="http://schemas.openxmlformats.org/drawingml/2006/main" w="11906">
            <a:solidFill>
              <a:srgbClr val="214F5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865766-7EC5-4970-A6E2-6E1AD6D2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7630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7AA"/>
          </a:solidFill>
          <a:ln xmlns:a="http://schemas.openxmlformats.org/drawingml/2006/main" w="11906">
            <a:solidFill>
              <a:srgbClr val="8BA7A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63875-4F01-48E3-9367-834D5363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908"/>
          </a:bodyPr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SMR系統-control_system.py 系統管理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8EBBF-D9D9-49CC-BCFE-0F93E4FE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0287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0714"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C739B-F0BD-409D-97E3-948DB583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28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ESP32 韌體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10734E-4AA7-473C-B57A-F5BA69B6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3906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0714"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DEAB9-BA2A-4936-BBD5-24AE5ECE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390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xsens2esp32.py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7019E-7340-4EE2-B88D-5980316D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0714"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3334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3349B"/>
                </a:solidFill>
                <a:latin typeface="Microsoft JhengHei"/>
                <a:ea typeface="Microsoft JhengHei"/>
                <a:cs typeface="Microsoft JhengHei"/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FEEC49-EC00-4812-81D3-F44AC3EF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52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34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3349B"/>
                </a:solidFill>
                <a:latin typeface="Microsoft JhengHei"/>
                <a:ea typeface="Microsoft JhengHei"/>
                <a:cs typeface="Microsoft JhengHei"/>
              </a:rPr>
              <a:t>control_system.py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359D7-4909-47FD-9036-C379A320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5775"/>
            <a:ext cx="11430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F52"/>
          </a:solidFill>
          <a:ln xmlns:a="http://schemas.openxmlformats.org/drawingml/2006/main" w="11906">
            <a:solidFill>
              <a:srgbClr val="214F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38CB13-08E1-4B72-8967-0BC71AB7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8001000"/>
            <a:ext cx="38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6AA"/>
          </a:solidFill>
          <a:ln xmlns:a="http://schemas.openxmlformats.org/drawingml/2006/main" w="11906">
            <a:solidFill>
              <a:srgbClr val="5AA6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86648-8278-44E4-ACE3-6D01BB4D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162925"/>
            <a:ext cx="1190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86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SMR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6461A-3AA4-4CC5-AB18-51B8475D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8181975"/>
            <a:ext cx="3476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1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Precision Machinery Research &amp; Development Center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E2A6A0-6540-4B8E-8D6B-AF40FDF4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000125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51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程式責任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4DC702-5C82-4768-AE53-A517BEE1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428750"/>
            <a:ext cx="531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091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透過 SSH 管理遠端 Xsens reader，並在本機啟動或停止 yaw 控制 bridge。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EB6FFA-D6A5-4108-949F-C23A5EA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968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核心方法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4B8408-25C6-4E7F-BED4-58590C20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24125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remote_powershell()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4856DF-F480-48D2-8EB6-6E876AAA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241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1937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238FCE-2704-48D8-95EE-489A3101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241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93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SSH 執行遠端命令。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A1A4EB-107C-48FF-A4A0-032AFACB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05125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start_remote_reader()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DE0F9C-1E0F-48A6-9B6C-BF93A17D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051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1937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00955B-52F5-4386-9B48-DCCAF474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051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41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啟動 100 Hz reader 與 TCP。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0D5A27-4C1C-48F6-891B-66BCAE35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86125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start_bridge()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29863B-8EC1-436F-A79A-47A3D038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861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1937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6E27D2-3DA1-4965-B790-8E1CE67B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861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791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啟動本機 xsens2esp32.py。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0401A6-0D91-4840-936B-B79BDC38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67125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stop_bridge()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788D53-30DE-43B1-8DE6-F8785C80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6671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1937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961ED1-1510-4563-96BB-61447107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671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2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停止 bridge，最後送出 s。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9F6CFA-731F-412E-B84D-26B5C02B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51515"/>
                </a:solidFill>
                <a:latin typeface="Microsoft JhengHei"/>
                <a:ea typeface="Microsoft JhengHei"/>
                <a:cs typeface="Microsoft JhengHei"/>
              </a:rPr>
              <a:t>互動命令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CD5D37-75C0-4B50-A2EA-CEACC7D3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0125"/>
            <a:ext cx="1504950" cy="657225"/>
          </a:xfrm>
          <a:prstGeom xmlns:a="http://schemas.openxmlformats.org/drawingml/2006/main" prst="roundRect">
            <a:avLst>
              <a:gd name="adj" fmla="val 14493"/>
            </a:avLst>
          </a:prstGeom>
          <a:solidFill xmlns:a="http://schemas.openxmlformats.org/drawingml/2006/main">
            <a:srgbClr val="E5F2F3"/>
          </a:solidFill>
          <a:ln xmlns:a="http://schemas.openxmlformats.org/drawingml/2006/main" w="11906">
            <a:solidFill>
              <a:srgbClr val="214F5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4584A1-BF8B-442B-80CB-2638BC7D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10125"/>
            <a:ext cx="1504950" cy="657225"/>
          </a:xfrm>
          <a:prstGeom xmlns:a="http://schemas.openxmlformats.org/drawingml/2006/main" prst="roundRect">
            <a:avLst>
              <a:gd name="adj" fmla="val 14493"/>
            </a:avLst>
          </a:prstGeom>
          <a:solidFill xmlns:a="http://schemas.openxmlformats.org/drawingml/2006/main">
            <a:srgbClr val="E5F2F3"/>
          </a:solidFill>
          <a:ln xmlns:a="http://schemas.openxmlformats.org/drawingml/2006/main" w="11906">
            <a:solidFill>
              <a:srgbClr val="214F5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21AC98-01AC-4D32-9209-A94A65EA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10125"/>
            <a:ext cx="1504950" cy="657225"/>
          </a:xfrm>
          <a:prstGeom xmlns:a="http://schemas.openxmlformats.org/drawingml/2006/main" prst="roundRect">
            <a:avLst>
              <a:gd name="adj" fmla="val 14493"/>
            </a:avLst>
          </a:prstGeom>
          <a:solidFill xmlns:a="http://schemas.openxmlformats.org/drawingml/2006/main">
            <a:srgbClr val="E5F2F3"/>
          </a:solidFill>
          <a:ln xmlns:a="http://schemas.openxmlformats.org/drawingml/2006/main" w="11906">
            <a:solidFill>
              <a:srgbClr val="214F5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4A6CA1-3848-412A-8ABE-83C83C8C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20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14F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14F52"/>
                </a:solidFill>
                <a:latin typeface="Microsoft JhengHei"/>
                <a:ea typeface="Microsoft JhengHei"/>
                <a:cs typeface="Microsoft JhengHei"/>
              </a:rPr>
              <a:t>start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B8A0ED-25FE-4507-B819-8E857B22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339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20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14F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14F52"/>
                </a:solidFill>
                <a:latin typeface="Microsoft JhengHei"/>
                <a:ea typeface="Microsoft JhengHei"/>
                <a:cs typeface="Microsoft JhengHei"/>
              </a:rPr>
              <a:t>status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B564F1-9777-4B2A-9CF7-52D941A3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339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20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14F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14F52"/>
                </a:solidFill>
                <a:latin typeface="Microsoft JhengHei"/>
                <a:ea typeface="Microsoft JhengHei"/>
                <a:cs typeface="Microsoft JhengHei"/>
              </a:rPr>
              <a:t>end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80AE82-F08D-4BFB-9CE6-41A595F0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1504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rPr>
              <a:t>啟動 reader 與 bridge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486950-C28A-4F44-8B4E-19D5F6DE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543550"/>
            <a:ext cx="1504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rPr>
              <a:t>查看本機與遠端狀態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F69A06-4856-4705-BAC5-06E34D5F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43550"/>
            <a:ext cx="1504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879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rPr>
              <a:t>停止 bridge、reader 與馬達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3E35A5-4353-4835-99CB-949E5A81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29375"/>
            <a:ext cx="481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86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rPr>
              <a:t>SSH 密碼在執行時輸入，或由 IMU_SSH_PASSWORD 提供。</a:t>
            </a:r>
          </a:p>
        </p:txBody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362feb051e43b3"/>
          <a:stretch xmlns:a="http://schemas.openxmlformats.org/drawingml/2006/main"/>
        </p:blipFill>
        <p:spPr>
          <a:xfrm xmlns:a="http://schemas.openxmlformats.org/drawingml/2006/main">
            <a:off x="6115050" y="2697956"/>
            <a:ext cx="4667250" cy="3500438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973EC8-E1AA-4AC0-99D5-EE4C3D4A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6743700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193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14F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14F52"/>
                </a:solidFill>
                <a:latin typeface="Microsoft JhengHei"/>
                <a:ea typeface="Microsoft JhengHei"/>
                <a:cs typeface="Microsoft JhengHei"/>
              </a:rPr>
              <a:t>控制電腦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8BFDCF-B2BC-41FA-8DCA-1399F4E7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67437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193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14F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14F52"/>
                </a:solidFill>
                <a:latin typeface="Microsoft JhengHei"/>
                <a:ea typeface="Microsoft JhengHei"/>
                <a:cs typeface="Microsoft JhengHei"/>
              </a:rPr>
              <a:t>SSH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B8A42D-9CD8-4EF6-AEEC-50D11992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6743700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193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14F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14F52"/>
                </a:solidFill>
                <a:latin typeface="Microsoft JhengHei"/>
                <a:ea typeface="Microsoft JhengHei"/>
                <a:cs typeface="Microsoft JhengHei"/>
              </a:rPr>
              <a:t>Xsens 電腦</a:t>
            </a:r>
          </a:p>
        </p:txBody>
      </p:sp>
    </p:spTree>
    <p:extLst>
      <p:ext uri="{BB962C8B-B14F-4D97-AF65-F5344CB8AC3E}">
        <p14:creationId xmlns:p14="http://schemas.microsoft.com/office/powerpoint/2010/main" val="12574260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2026-09-16T19:45:06.9360000Z</dcterms:created>
  <dcterms:modified xsi:type="dcterms:W3CDTF">2026-09-16T19:45:06.9360000Z</dcterms:modified>
</coreProperties>
</file>